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5E46244-F78A-3329-A4E5-8B9835608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1EC45C1-8958-A90F-966E-B4A37166F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5B1751C-4932-CFBE-1FA4-53AED8FE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CEB61F5-A3D0-76DB-8273-E9BE04A7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222290B-F53A-5625-E078-D45343CC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70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B721155-D4F3-894E-2485-92A1FC7E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D9CAD1B-7465-4236-DF72-B471E54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01CDE9F-472B-6B5B-DA88-2E888870C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E6B9C60-EEF9-6C76-268E-D9402ACD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68637DA-627C-6B13-421B-07E29577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8573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268CF2F-69D1-3FDE-7F6E-65D883EF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B796C5-F997-C09B-D4FC-03FAF247D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36A8291-6DB1-299F-3365-8213D646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C44D71C-7957-9136-F768-4DF49E7E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8D5B2A-065A-164A-2C59-C9B07A27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9314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0939949-2B88-9BC2-F58F-2B2C2BEA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CE9DFC8-21C2-A740-12FB-28A1F7938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49CAB79-817C-1394-BD83-530CDE3C3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401E974-3E9D-2DE6-049C-E90CD8FB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686456A-0917-2B77-C55F-A6B12042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D9C30F2F-C58D-AB1B-A599-44E264DB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3779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3944E4F-3FBD-FBA1-C55C-B372B82B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9A19C28-00AB-2AF7-6FF5-C62BFFBB3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8C0CBB8-D893-38E1-6754-EF0BDB4F2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659943D8-F74C-6F91-B208-23D341A38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6107F444-44D5-4407-65A9-0C14229EA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443AB1C8-2F19-7853-A4A1-43C0A698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E2270B4B-1AF6-E6E9-21CA-B9B2958C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29840465-2EFB-2ACD-A80E-449AE60B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2225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12E4353-737E-DA7E-AC78-A59345BC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E25E07B8-A8E7-30E4-B98F-1BA1FAF3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303D5563-54EC-7D4B-85E0-5FF0E4B0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5981206-95A1-3CAF-2E05-D7A1A803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779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C1CA78E9-77D7-32E5-A4F4-1B9FDF22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DBA7A13F-975B-18A1-AEDE-B2DD9CD7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8DD7A03-A4BC-3265-3623-E68AF972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628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561CBAE-2707-67B3-8AD3-6B74737D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0339EF7-03FE-C45C-C44A-4461AD842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3050F313-5C34-718A-98D2-C30CF9AC3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2A7D04F-0559-AE50-7470-74457EC9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1970BC9-D94B-1BCB-3841-B1913F82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5CB04F9-55F0-2F9B-3C42-E6F84B19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66184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F644EA9-BB69-D27E-24B4-5B8D3334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95232A2-E932-F35F-FF54-055CC5EEC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8EA5168-ED9B-08A0-58F3-3C7895E35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EBE11DE-F38A-72B2-63FD-3952126F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A861466-B0CF-4C55-912C-CD1A9D3E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F856477-1585-5D51-622D-EC95A955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6540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A666E5B-D128-AD89-7DDD-8DABB8D7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6F853F7-E884-0003-F627-0C4F8B36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6B72DCE-3FA9-D813-3463-4E06F485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23167B7-B83F-17A6-3122-D9574265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2F176F9-9E3B-FD5D-F71F-53243BB0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8353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637BB13F-AD1A-FD37-5449-494AE0FC6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EE72C4F-C150-AFD7-5882-63FF3FDAD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8886EBB-7D28-6A07-DB19-135F920F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E64309A-C4DA-010D-F1C2-C3EFBED9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7F85C75-C695-47CA-1E0E-0AAB4462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2590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03C33801-511C-5462-3657-6590D1AD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D40B67F-A1BA-01FA-49AA-B57EBE9DF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FBEB415-A2A2-239B-9EF9-BE1C2059E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CE014-C350-4120-9F54-7C4DD83FA54F}" type="datetimeFigureOut">
              <a:rPr lang="ar-SA" smtClean="0"/>
              <a:t>29/04/47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F7DB36E-33BB-1AEE-3F67-2504D5338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12E0438-09D5-CEF8-DB49-B9457E51B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EBEFF-E2B9-46CD-87DF-65A0370EF50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6143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E8CDFD97-9D1E-A35C-B044-BCE48FDA4165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#3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9E1225D6-CA25-E3E4-8C8E-447E94FAF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348372"/>
              </p:ext>
            </p:extLst>
          </p:nvPr>
        </p:nvGraphicFramePr>
        <p:xfrm>
          <a:off x="254000" y="761999"/>
          <a:ext cx="11430000" cy="61772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0143732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4821101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9569385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8118173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3055502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9447587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955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Create "New Deck" page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Form to create a new deck by entering the deck name.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6382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Create "Add Card" page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Form to add a card by entering question and answer.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938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Deck management (CRUD)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Implement deck CRUD in CardsContext: add, delete, edit, view.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7214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Card management (CRUD)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Implement card CRUD in CardsContext: add, delete, edit, view.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58782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deck list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DeckList component that lists all decks.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72873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Create Review Mode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Page to review and test cards within a deck.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82643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Card flip mechanism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Flip between question and answer on click.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02158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Start Review button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Button in deck list to open Review Mode for the selected deck.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93598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Navigation buttons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Previous/Next buttons in Review Mode to move between cards.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52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725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CB3A7F25-1946-1835-5D85-1F7228BB9D84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#1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A6D1DA3B-57FC-4FA8-A462-0E4AA2789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560890"/>
              </p:ext>
            </p:extLst>
          </p:nvPr>
        </p:nvGraphicFramePr>
        <p:xfrm>
          <a:off x="254000" y="761999"/>
          <a:ext cx="11430000" cy="584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89379022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11017374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9395988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75771989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1752514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950018422"/>
                    </a:ext>
                  </a:extLst>
                </a:gridCol>
              </a:tblGrid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053498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Deck statistics calculation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Compute per-deck totals and known/remaining counts.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496619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Display deck stats in dashboard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basic progress in dashboard QuickActions.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76693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StudyMode progress counters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Display learned/total and remaining during study.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140826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session counters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Smart Mode counts (e.g., difficult set size/rounds).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83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56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C8FCCACD-281A-2AE6-BE58-26F94B0FADD4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#2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D6CE5ED6-127A-576B-15DB-E21F57A13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478134"/>
              </p:ext>
            </p:extLst>
          </p:nvPr>
        </p:nvGraphicFramePr>
        <p:xfrm>
          <a:off x="254000" y="761999"/>
          <a:ext cx="11430000" cy="389466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31305530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6396838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886227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8242963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497536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88941839"/>
                    </a:ext>
                  </a:extLst>
                </a:gridCol>
              </a:tblGrid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030074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High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API data retrieval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Fetch decks from Laravel API on app load.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309593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High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Known status handling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Toggle known state for cards during study (server-supported).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082077"/>
                  </a:ext>
                </a:extLst>
              </a:tr>
              <a:tr h="973667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Medium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Preserve study index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Keep current index when cards list recalculates (no jump).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67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23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218E8F93-3CE5-BEB4-B4DD-DCDAA5588961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 dirty="0">
                <a:solidFill>
                  <a:srgbClr val="CC6600"/>
                </a:solidFill>
              </a:rPr>
              <a:t>Product Backlog - User Story #4</a:t>
            </a:r>
            <a:endParaRPr lang="ar-SA" sz="2800" b="1" dirty="0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0404317F-948B-EC8B-24D9-350F1D3DF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01265"/>
              </p:ext>
            </p:extLst>
          </p:nvPr>
        </p:nvGraphicFramePr>
        <p:xfrm>
          <a:off x="254000" y="761999"/>
          <a:ext cx="11430000" cy="4673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09172025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9627431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3155292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1512433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70260256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37797602"/>
                    </a:ext>
                  </a:extLst>
                </a:gridCol>
              </a:tblGrid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301622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Tool files created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Provide MCP tool scripts in the repo (build/run).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82298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Run MCP server (backend)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Ability to start MCP server alongside backend.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572655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Basic usage docs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Quick steps to run and use MCP tools.</a:t>
                      </a:r>
                      <a:endParaRPr lang="ar-S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9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83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D349F7C0-EF1A-F69A-034C-BCD556013023}"/>
              </a:ext>
            </a:extLst>
          </p:cNvPr>
          <p:cNvSpPr txBox="1"/>
          <p:nvPr/>
        </p:nvSpPr>
        <p:spPr>
          <a:xfrm>
            <a:off x="254000" y="127000"/>
            <a:ext cx="11430000" cy="52322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sz="2800" b="1">
                <a:solidFill>
                  <a:srgbClr val="CC6600"/>
                </a:solidFill>
              </a:rPr>
              <a:t>Product Backlog - User Story #5</a:t>
            </a:r>
            <a:endParaRPr lang="ar-SA" sz="2800" b="1">
              <a:solidFill>
                <a:srgbClr val="CC6600"/>
              </a:solidFill>
            </a:endParaRP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BF935429-4022-B9EB-9B02-A590E6B4C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394444"/>
              </p:ext>
            </p:extLst>
          </p:nvPr>
        </p:nvGraphicFramePr>
        <p:xfrm>
          <a:off x="254000" y="761999"/>
          <a:ext cx="11430000" cy="616896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63154113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34955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7221918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9066398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2787487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67457742"/>
                    </a:ext>
                  </a:extLst>
                </a:gridCol>
              </a:tblGrid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Product Backlog Item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Priority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Task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Description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Size</a:t>
                      </a:r>
                      <a:endParaRPr lang="ar-SA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b="1"/>
                        <a:t>Ideal Days</a:t>
                      </a:r>
                      <a:endParaRPr lang="ar-SA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619551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Difficulty detection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Identify difficult cards by incorrect answers/review frequency.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481289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Collect unmastered cards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Maintain focused set (up to 6) for intensive review.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220186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Mode UI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Focused interface to review only difficult cards.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62340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Auto switch to Smart Mode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Switch when difficult set reaches the limit.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26242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session management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Track rounds completed and cards mastered in session.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95006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Difficulty indicators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Visual cues to show difficulty level in study.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206647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settings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Adjust cap and switching behavior from settings.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422081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Low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Reset smart progress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Reset difficult set and start a fresh smart session.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867598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Medium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Smart statistics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Show smart-specific counts during sessions.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97688"/>
                  </a:ext>
                </a:extLst>
              </a:tr>
              <a:tr h="531091"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High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Persist smart data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/>
                        <a:t>Persist difficult set to survive app reloads.</a:t>
                      </a:r>
                      <a:endParaRPr lang="ar-S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2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51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918059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583</Words>
  <Application>Microsoft Office PowerPoint</Application>
  <PresentationFormat>شاشة عريضة</PresentationFormat>
  <Paragraphs>209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نجيب مرتضى بن عبدالمحسن الموسوي</dc:creator>
  <cp:lastModifiedBy>نجيب مرتضى بن عبدالمحسن الموسوي</cp:lastModifiedBy>
  <cp:revision>2</cp:revision>
  <dcterms:created xsi:type="dcterms:W3CDTF">2025-10-21T12:29:40Z</dcterms:created>
  <dcterms:modified xsi:type="dcterms:W3CDTF">2025-10-21T12:49:33Z</dcterms:modified>
</cp:coreProperties>
</file>